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64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8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95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8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52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4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5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3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6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8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0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39F1A-287E-496C-8DAF-AE027E3E694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E408-495F-4EFC-B152-00152DDF0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9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813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Semester : 8</a:t>
            </a:r>
            <a:r>
              <a:rPr lang="en-US" sz="2400" baseline="30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Cloud Project </a:t>
            </a: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Presentation </a:t>
            </a:r>
            <a:b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 </a:t>
            </a: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Learning Platform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4207B4-D25D-4CDF-B804-FD46CAF2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8467"/>
            <a:ext cx="10204174" cy="21336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Jeet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Chalthanwala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202206100110109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Dhruvin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Prajapati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202206100110178</a:t>
            </a:r>
          </a:p>
          <a:p>
            <a:pPr algn="l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Dr.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Bhumika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88A1-2E75-45CF-821E-123FA2C0C2F9}"/>
              </a:ext>
            </a:extLst>
          </p:cNvPr>
          <p:cNvSpPr txBox="1"/>
          <p:nvPr/>
        </p:nvSpPr>
        <p:spPr>
          <a:xfrm>
            <a:off x="2305878" y="357809"/>
            <a:ext cx="7911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Babu</a:t>
            </a: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Madhav Institute of Information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273" y="3225353"/>
            <a:ext cx="4655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IN" sz="3200" dirty="0"/>
              <a:t>U</a:t>
            </a:r>
            <a:r>
              <a:rPr lang="en-IN" sz="3200" dirty="0" smtClean="0"/>
              <a:t>sing AWS Cloud Services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6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5155" y="1866900"/>
            <a:ext cx="986674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cloud-based learning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faculty to upload courses and students to access them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modern technologies (React +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fully on AWS cloud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scalability, availability, and real-world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776646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USED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5155" y="1666848"/>
            <a:ext cx="986674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hosting frontend (React build)</a:t>
            </a: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Amazon EC2</a:t>
            </a: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host backend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server)</a:t>
            </a: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I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endParaRPr lang="en-I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as NoSQL database for users and courses</a:t>
            </a: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IAM (Identity &amp; Access Management)</a:t>
            </a:r>
          </a:p>
          <a:p>
            <a:pPr marL="914400" lvl="1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secure permissions and roles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86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Integration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18" y="1600200"/>
            <a:ext cx="10058400" cy="494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6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Design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241" y="1241417"/>
            <a:ext cx="3805996" cy="550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Explanation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47800" y="1995140"/>
            <a:ext cx="9866745" cy="339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 smtClean="0"/>
              <a:t>Frontend (React):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UI for login/signup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Dashboard for faculty &amp; students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API 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 smtClean="0"/>
              <a:t>Backend (</a:t>
            </a:r>
            <a:r>
              <a:rPr lang="en-IN" b="1" dirty="0" err="1" smtClean="0"/>
              <a:t>FastAPI</a:t>
            </a:r>
            <a:r>
              <a:rPr lang="en-IN" b="1" dirty="0" smtClean="0"/>
              <a:t>):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Handles authentication	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Manages courses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Connects to </a:t>
            </a:r>
            <a:r>
              <a:rPr lang="en-IN" dirty="0" err="1" smtClean="0"/>
              <a:t>DynamoDB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9371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Explanation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47800" y="2046179"/>
            <a:ext cx="9866745" cy="1448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 smtClean="0"/>
              <a:t>Database (</a:t>
            </a:r>
            <a:r>
              <a:rPr lang="en-IN" b="1" dirty="0" err="1" smtClean="0"/>
              <a:t>DynamoDB</a:t>
            </a:r>
            <a:r>
              <a:rPr lang="en-IN" b="1" dirty="0" smtClean="0"/>
              <a:t>):</a:t>
            </a:r>
            <a:endParaRPr lang="en-IN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Stores users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Stores course data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smtClean="0"/>
              <a:t>Highly scalable NoSQL database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3938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58783"/>
            <a:ext cx="9144000" cy="88263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4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65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4" y="2692689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6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Times New Roman</vt:lpstr>
      <vt:lpstr>Office Theme</vt:lpstr>
      <vt:lpstr> Semester : 8th  Cloud Project Presentation  On  Cloud-Based Learning Platform</vt:lpstr>
      <vt:lpstr>Introduction</vt:lpstr>
      <vt:lpstr>CLOUD SERVICES USED</vt:lpstr>
      <vt:lpstr>Cloud Services Integration</vt:lpstr>
      <vt:lpstr>Architecture Design</vt:lpstr>
      <vt:lpstr>Component Explanation</vt:lpstr>
      <vt:lpstr>Component Explanation</vt:lpstr>
      <vt:lpstr>System Workflow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: 8th  Cloud Project Presentation  On  Cloud-Based Learning Platform</dc:title>
  <dc:creator>ASUS</dc:creator>
  <cp:lastModifiedBy>ASUS</cp:lastModifiedBy>
  <cp:revision>5</cp:revision>
  <dcterms:created xsi:type="dcterms:W3CDTF">2026-04-22T22:39:16Z</dcterms:created>
  <dcterms:modified xsi:type="dcterms:W3CDTF">2026-04-22T23:22:20Z</dcterms:modified>
</cp:coreProperties>
</file>